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Open on the screenshot: "this is the actual game, running." One-line pitch: we put the trainee INSIDE the warehouse instead of showing them slides about it. Do not linger — the four numbers do the work. Move on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90 seconds, no more. The amber line at the bottom is the one that lands — read it out. Then ask the room: how would you test whether someone would NOTICE a hazard? That question sets up the next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The pitch slide. Emphasise "no install, no headset" — it runs on the laptops they already have, and offline, which matters on a warehouse floor with bad wifi. Point at the image while you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5:00] THE most important slide — give it two full minutes. Do not just describe it: point at the screenshot and ask the room to find the bad pallet themselves. That few seconds of searching IS the product. Then read the amber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6:00] Do NOT read fifteen names aloud. Say: "these are the fifteen the brief asked for, and every one is geometry you can walk up to." Then pick two — falling boxes and blind corner — and describe how each is staged. Red are major: worth three times a minor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– 7:30] This is the slide that separates us from a click-the-hotspot trainer. The line to use: "we teach them what GOOD looks like, not just what bad looks like." Mention decoy count scales with difficulty: 0 on Simple, 12 on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Stress the gate: you cannot be tested on a site you have not been trained on — that mirrors a real site induction and clients recognise it immediately. The strip along the bottom is the Test Mode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The point: difficulty is not a number we multiply the score by. EIGHT separate things change, including the lighting in the building. The background image IS Hard difficulty — that is what the trainee actually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10:15] Quick slide. The last line is the client-facing point: THEY can retune it. Also mention the results screen writes coaching based on how they actually played, e.g. "you missed 3 major hazards — those are the ones that 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11:00] Frame this as a playtest finding, not a feature we planned: "we could find the hazards because we built them — a new trainee could not." It shows the process, which is what a tutor wants to hear.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12:00] The closing line is the commercial point: adding a site is cheap because the hazard library is shared. If they ask "could you build OUR warehouse?" — yes, and this is why that is not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13:30] Two beats. First: it is real — official test vectors, QR built from scratch. Second, and more important for credibility: we say what it does NOT do. No backend means these are local gates. GitHub is disabled ON PURPOSE with the reason shown. A safety product that overstates its own security teaches the wrong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 – 14:15] Keep it brisk — this is credibility, not the story. The line that matters is the box at the bottom: everything is generated in code, so there is no licensing overhead and the whole game fits in one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 – 15:15] For a technical audience this is the strongest story in the deck: a real problem, measured, and solved with a specific named technique. Say the number out loud — nine and a half thousand down to under a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 – 16:15] The right-hand box is the one to dwell on: we did not just unit-test the maths, we wrote something that plays the game and proves every hazard can actually be found. That is what caught the biggest bug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 – 17:15] Do not rush past this and do not apologise for it — a tutor or client rates a team that finds its own bugs far above one that claims it had none. The strongest example is the first: fourteen of fifteen hazards were unclickable and it LOOKED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 Present this confidently, do not apologise through it. Stating limits clearly is what makes every other claim in the deck believable. If asked "why no VR?": we had no headset to test on, and untested VR is worse than no 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20:00] Two minutes. Have the game ALREADY LOADED in another window — do not load it in front of them. Follow the four steps on the left and resist exploring. Step 3 is the one that sells it: flag the coned-off spill on purpose and let the game explain why that is a wrong answer. Finish on the results screen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HAZARD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interactive health &amp; safety training game for</a:t>
            </a:r>
            <a:endParaRPr lang="en-US" sz="1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forklift and pedestrian safety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224528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 Logistics Distribution Centre  ·  Birgunj, Nepal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460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576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271576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38912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59028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480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Kushal Neupane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training tests recall.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needs noticing.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then a quiz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warehouse e-learning is a slideshow and a multiple-choice test. It checks whether you can repeat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606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skill is visual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nobody labels the hazard. You have to notice one upright is not vertical, or a carton overhangs a beam.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9445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gap is where people get hurt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and pedestrian incidents are among the most serious in warehousing — and they are spotted, or missed, by eye.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can score full marks on the quiz and still walk past a blocked fire exit.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0"/>
            <a:ext cx="595868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them in the building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3D warehouse the trainee walks around in first person.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real geometry, at real scale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it from any angle, at your own eye level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 teaches it; Test Mode measures whether it stuck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modern browser — no install, no headset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754880"/>
            <a:ext cx="4937760" cy="1325880"/>
          </a:xfrm>
          <a:prstGeom prst="roundRect">
            <a:avLst>
              <a:gd name="adj" fmla="val 6897"/>
            </a:avLst>
          </a:prstGeom>
          <a:solidFill>
            <a:srgbClr val="F2B90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7548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 hazard is a spatial skill.</a:t>
            </a:r>
            <a:endParaRPr lang="en-US" sz="15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made the training spatial.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EVERYTHING IS BUILT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hazard is never an icon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A1418"/>
          </a:solidFill>
          <a:ln w="12700">
            <a:solidFill>
              <a:srgbClr val="5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288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4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tools do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marker floating over a photo, labelled "FALLING BOXES". The answer is given away — the trainee only has to click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9512" y="182880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2395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bay where most cartons sit square — one is displaced, one is tilted, one overhangs the beam and falls. You judge it by looking.</a:t>
            </a:r>
            <a:endParaRPr lang="en-US" sz="1200" dirty="0"/>
          </a:p>
        </p:txBody>
      </p:sp>
      <p:pic>
        <p:nvPicPr>
          <p:cNvPr id="14" name="Image 0" descr="C:\Users\acer\Desktop\interprize_project\ppt\shots\opt\hz_fall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657600"/>
            <a:ext cx="8458200" cy="2423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6172200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— the unstable pallet sits among correctly stacked ones. No label, no marker.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464040" y="1627632"/>
            <a:ext cx="2103120" cy="4453128"/>
          </a:xfrm>
          <a:prstGeom prst="roundRect">
            <a:avLst>
              <a:gd name="adj" fmla="val 4348"/>
            </a:avLst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9264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33172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a marker, you are training people to spot markers.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the warehouse itself, you are training people to spot hazards.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hazard scenarios, every one physically modelled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82020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on a walkway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62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0892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92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4274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0892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blind spot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516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146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146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65286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23146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07702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4006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40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8782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454006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racking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30243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76547" y="1837944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654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676547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82020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walkway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6262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08925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0892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04274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0892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fire exit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8516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1465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3146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5286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23146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extinguisher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307702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54006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5400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48782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7454006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without PPE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530243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76547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6547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71036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9676547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edge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40080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86384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82020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86384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cable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86262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0892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00892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04274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300892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8516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3146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23146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265286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523146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Over-height stack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7307702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54006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454006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48782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7454006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ladder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530243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6547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676547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071036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9676547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corner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major  ·  7 minor       Each carries a description, why it is dangerous, the correct control, and its teaching text.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TEACH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also build the things that look wrong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are actually right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 spotting is discrimination, not detection. A trainee who flags everything has learned nothing — so the warehouse is seeded with correctly-controlled lookalikes. Flagging one is scored wrong, and the game explains why it is fine.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108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CONTROLLED  —  a wrong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456432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3456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on the floor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456432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45643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345643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spill that IS coned and signed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40599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upright bent by an impact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059936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4059936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33672" y="40599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with a green inspection tag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6634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door, no barrier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4663440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69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33672" y="46634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 sealed by a parked trailer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26694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in the pedestrian lane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266944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69080" y="5266944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33672" y="52669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truck parked in its charging bay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834640" cy="4023360"/>
          </a:xfrm>
          <a:prstGeom prst="roundRect">
            <a:avLst>
              <a:gd name="adj" fmla="val 322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0" y="20848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4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26974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spill is already being managed — it is signed and coned off, which is exactly the correct control. The hazard is an UNMARKED spill.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feedback when a trainee flags a decoy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RUNS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it, then prove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01952"/>
            <a:ext cx="438912" cy="438912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MODE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Teaches. It gates everything else.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ringed so it can be found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 opens a card: what it is, why it is dangerous, the control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location is named, so you know where to walk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 pressure — nothing is being scored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a site unlocks testing there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F2B90C"/>
          </a:solidFill>
          <a:ln/>
        </p:spPr>
      </p:sp>
      <p:sp>
        <p:nvSpPr>
          <p:cNvPr id="11" name="Shape 9"/>
          <p:cNvSpPr/>
          <p:nvPr/>
        </p:nvSpPr>
        <p:spPr>
          <a:xfrm>
            <a:off x="6598768" y="1901952"/>
            <a:ext cx="438912" cy="438912"/>
          </a:xfrm>
          <a:prstGeom prst="ellipse">
            <a:avLst/>
          </a:prstGeom>
          <a:solidFill>
            <a:srgbClr val="1A120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4840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Evaluates. No help.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rings, no hints — you find them by looking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clock runs on every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flags break your combo and return a safety tip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Decoys punish spraying flags at everything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 with personalised coaching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14016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816352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16352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92624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92624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168896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68896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42832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345168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45168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3_high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difficulties that change the game,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label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per hazard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multiplier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Hazards highlighted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count shown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Decoys to reject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hazards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tolerance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2103120"/>
            <a:ext cx="3703320" cy="3291840"/>
          </a:xfrm>
          <a:prstGeom prst="roundRect">
            <a:avLst>
              <a:gd name="adj" fmla="val 2778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78892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genuinely darker and hazier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Forklifts patrol; cartons actually fall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safe lookalikes to reject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told how many hazards exist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reticle — aim has to be deliberate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the High-Bay Annexe on Hard — five levels, narrow aisles, reduced lighting. Not a filter: that is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rewards the judgement that matters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+ a safety tip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703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hazard is worth three times a minor one, deliberately. A trainee who prioritises vehicles, racking and edges over housekeeping is prioritising correctly — and the score should say so.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75120" y="1691640"/>
            <a:ext cx="4892040" cy="1280160"/>
          </a:xfrm>
          <a:prstGeom prst="roundRect">
            <a:avLst>
              <a:gd name="adj" fmla="val 7143"/>
            </a:avLst>
          </a:prstGeom>
          <a:solidFill>
            <a:srgbClr val="FF8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correct in a row  →  +3 on every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237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2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by a wrong flag. Spraying flags becomes a losing strategy.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52958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03720" y="3675888"/>
            <a:ext cx="237744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96912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Champion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966960" y="3529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50+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416966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6" name="Shape 13"/>
          <p:cNvSpPr/>
          <p:nvPr/>
        </p:nvSpPr>
        <p:spPr>
          <a:xfrm>
            <a:off x="6903720" y="4315968"/>
            <a:ext cx="237744" cy="237744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96912" y="4169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4169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– 49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675120" y="480974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4956048"/>
            <a:ext cx="237744" cy="23774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96912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Practice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966960" y="4809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Below 30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here lives in one configuration file — a safety officer can retune the thresholds to their own standard without touching game code.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AFTER PLAYTESTING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what to look for is not enough —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know where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62-metre building is a lot of floor. Every hazard now reports its position using the same aisle letters and dock numbers that are stencilled on the floor in-world.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Aisle C, north end — high 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01752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boxes, on a level-3 beam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Dock door 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7307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 an unguarded dock edge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4439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Run B, south end — at floor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44398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in a dark aisle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157216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572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Outbound bay 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 still carrying a load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210312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shows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Mode panel, naming the next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card when you find one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every hazard you missed, on the results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26680" y="4434840"/>
            <a:ext cx="3566160" cy="1143000"/>
          </a:xfrm>
          <a:prstGeom prst="roundRect">
            <a:avLst>
              <a:gd name="adj" fmla="val 5600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4348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off in Settings if you want the search to stay unaided.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warehouses, three risk profiles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5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52" b="52"/>
          <a:stretch/>
        </p:blipFill>
        <p:spPr>
          <a:xfrm>
            <a:off x="641909" y="1691640"/>
            <a:ext cx="3484778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STORAGE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Storage Hall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racking runs, a central pedestrian spine, an active forklift aisle.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919478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19478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62×44 m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15" name="Image 1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2"/>
          <a:srcRect l="0" r="0" t="52" b="52"/>
          <a:stretch/>
        </p:blipFill>
        <p:spPr>
          <a:xfrm>
            <a:off x="4355287" y="1691640"/>
            <a:ext cx="3484778" cy="1600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82058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&amp; Dispatch Bay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4582058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dock doors and constant vehicle movement. Dock edges and marshalling.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582058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82058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hazards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32856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632856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70×30 m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66837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25" name="Image 2" descr="C:\Users\acer\Desktop\interprize_project\ppt\shots\opt\env03_aisle.jpg">    </p:cNvPr>
          <p:cNvPicPr>
            <a:picLocks noChangeAspect="1"/>
          </p:cNvPicPr>
          <p:nvPr/>
        </p:nvPicPr>
        <p:blipFill>
          <a:blip r:embed="rId3"/>
          <a:srcRect l="0" r="0" t="52" b="52"/>
          <a:stretch/>
        </p:blipFill>
        <p:spPr>
          <a:xfrm>
            <a:off x="8068666" y="1691640"/>
            <a:ext cx="3484778" cy="1600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95437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95437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AISLE · LOW LIGHT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95437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High-Bay Annexe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95437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levels, poor light, heavy congestion. The hard site.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295437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95437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9346235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346235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54×40 m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share one prop and scenario library — environments 2 and 3 are about 250 lines each, not copies of the application. A fourth site is one file plus one line.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in, plus a second factor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Fingerprint, face or device PIN — or your phone. Nothing typed.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53714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Facebook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Client ID and the button goes live. No secret needed.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748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8748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97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only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zero-friction path. Still the default.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95181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3781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23781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Authenticator app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223781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6-digit code as a second step. Real RFC 6238.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562356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properly, proven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checked against the official RFC 4226 and 6238 vectors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encoder written from scratch — the offline build needs no CDN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QR decoded back by an independent decoder, 100 random secrets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38862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FF8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stated honestly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5720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has no backend, so passkeys and 2FA are a local device gate — not server-verified identity. GitHub cannot work in a browser at all: its exchange needs a client secret. So its button is visibly disabled and says why, rather than failing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RENDERING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control of the scene graph and the frame loop.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9490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9490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reload, ES-module output, almost no config.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6837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canvas game owns its own loop; a virtual DOM would fight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logic is pure, so it tests in Node with no browser.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9490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9490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609490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lines. A physics engine is 500 kB for a flat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6837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2869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2869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 &amp; AUDIO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mesh, texture and sound generated in code.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1B253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assets. No downloaded models, stock textures, sound files or web fonts — which means no licences to track and nothing to attribute. It also keeps the whole game to one 716 kB file.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HIGHLIGHT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believable warehouse needs thousands of boxes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naively, Environment 1 was 9,587 draw calls per frame. Unusable on any machine.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9,587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meshes, one draw call 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2286000"/>
            <a:ext cx="822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in 74 merged batches — same picture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geometry is merged by material at load. Anything animated — forklifts, workers, the falling carton — is excluded so it still moves.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fps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1546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58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1,520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04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272k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850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850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183 kB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 REACHABLE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42/42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869680" y="169164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1837944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20391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tests lock down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combo, ranks — the exact rules from the brief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clock, including its warning bands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hazards present, with complete teaching text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genuinely differs — not just a label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progression, gates and every achievement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against the official RFC test vectors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88036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robot that plays the game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walks the player to 24 vantage points around every hazard, aims the camera and tries a real flag. It reports anything unreachable.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Storage Hall — Mid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928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Dispatch — Mid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High-Bay Annexe — Hard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5330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TRIED, AND WHAT BROKE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bugs are the interesting part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looked fine on screen. They were only found by driving the real game — unit tests could not have caught any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could not be clicked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never had their world matrix updated, so for raycasting they all sat at the origin. 14 of 15 unflaggable — and the 15th was a false positive.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1588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5908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in every warehouse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spawn angle faced a blank wall, with the whole building behind the player.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interface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helper did not parse "#id", so the HUD had no CSS applied at all.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1588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1588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75908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timer blamed the wrong hazard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expiry it penalised an arbitrary hazard the player was nowhere near.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that did nothing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"Invert look" and "Reduce motion" were saved but never applied.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1588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1588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75908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QR nothing could scan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75908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bits were written transposed. The matrix looked perfect; no scanner could read 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2B90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found and fixed. This is why we tested by playing it, not by reading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WITH YOU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photorealistic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Stylised procedural geometry, built for believable scale and hazard readability — not a rendered CAD walkthrough.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1588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5908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7388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87388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headset was available to test on. Shipping untested VR and calling it done would be dishonest.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unconfigured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Facebook work the moment you add a free Client ID. GitHub needs a small server, and says 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1588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87388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device testing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87388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are built and the layout is responsive, but untested on a real phone. Chromium only so far.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3492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written into the repository documentation — found by us, not discovered later by you.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hz_exit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and then your questions.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9184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Two-minute demo route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60120" y="39776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Main Storage Hall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438912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4389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falling boxes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80060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01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decoy on purpose — watch it teach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60120" y="521208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6012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results screen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29184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yourself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kushalthewave.github.io/interprize-project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documentation and tests: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github.com/kushalthewave/interprize-project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5212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ships as one 716 kB file that runs offline.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HAZARD   ·   Kushal Neupane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Beat The Hazard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Beat The Hazard</dc:title>
  <dc:subject>PptxGenJS Presentation</dc:subject>
  <dc:creator>Kushal Neupane</dc:creator>
  <cp:lastModifiedBy>Kushal Neupane</cp:lastModifiedBy>
  <cp:revision>1</cp:revision>
  <dcterms:created xsi:type="dcterms:W3CDTF">2026-09-09T10:47:19Z</dcterms:created>
  <dcterms:modified xsi:type="dcterms:W3CDTF">2026-09-09T10:47:19Z</dcterms:modified>
</cp:coreProperties>
</file>