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0:30] Open on the screenshot: "this is the actual game, running." One-line pitch: we put the trainee INSIDE the warehouse instead of showing them slides about it. Do not linger — the four numbers do the work. Move on within 30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– 2:00] 90 seconds, no more. The amber line at the bottom is the one that lands — read it out. Then ask the room: how would you test whether someone would NOTICE a hazard? That question sets up the next two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– 3:00] The pitch slide. Emphasise "no install, no headset" — it runs on the laptops they already have, and offline, which matters on a warehouse floor with bad wifi. Point at the image while you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[3:00 – 5:00] THE most important slide — give it two full minutes. Do not just describe it: point at the screenshot and ask the room to find the bad pallet themselves. That few seconds of searching IS the product. Then read the amber column on the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6:00] Do NOT read fifteen names aloud. Say: "these are the fifteen the brief asked for, and every one is geometry you can walk up to." Then pick two — falling boxes and blind corner — and describe how each is staged. Red are major: worth three times a minor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– 7:30] This is the slide that separates us from a click-the-hotspot trainer. The line to use: "we teach them what GOOD looks like, not just what bad looks like." Mention decoy count scales with difficulty: 0 on Simple, 12 on Hard.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[7:30 – 8:30] Train Mode has no clock: an arrow, a distance and a named location lead the trainee to the nearest hazard, and a column of light marks the spot. It is optional — an experienced operative can go straight to Test Mode, which is five minutes with no guide and no locations. The strip along the bottom is the Test Mode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9:30] The point: difficulty is not a number we multiply the score by. EIGHT separate things change, including the lighting in the building. The background image IS Hard difficulty — that is what the trainee actually sees.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[9:30 – 10:15] Quick slide. The last line is the client-facing point: THEY can retune it. Also mention the results screen writes coaching based on how they actually played, e.g. "you missed 3 major hazards — those are the ones that kill".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11:00] Frame this as a playtest finding, not a feature we planned: "we could find the hazards because we built them — a new trainee could not." It shows the process, which is what a tutor wants to hear.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– 12:00] The closing line is the commercial point: adding a site is cheap because the hazard library is shared. If they ask "could you build OUR warehouse?" — yes, and this is why that is not a rewrite.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[12:00 – 13:30] Two beats. First: it is real — official test vectors, QR built from scratch. Second, and more important for credibility: we say what it does NOT do. No backend means these are local gates. GitHub is disabled ON PURPOSE with the reason shown. A safety product that overstates its own security teaches the wrong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[13:30 – 14:15] Keep it brisk — this is credibility, not the story. The line that matters is the box at the bottom: everything is generated in code, so there is no licensing overhead and the whole game fits in one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[14:15 – 15:15] For a technical audience this is the strongest story in the deck: a real problem, measured, and solved with a specific named technique. Say the number out loud — nine and a half thousand down to under a thousand.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[15:15 – 16:15] The right-hand box is the one to dwell on: we did not just unit-test the maths, we wrote something that plays the game and proves every hazard can actually be found. That is what caught the biggest bug —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 – 17:15] Do not rush past this and do not apologise for it — a tutor or client rates a team that finds its own bugs far above one that claims it had none. The strongest example is the first: fourteen of fifteen hazards were unclickable and it LOOKED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 Present this confidently, do not apologise through it. Stating limits clearly is what makes every other claim in the deck believable. If asked "why no VR?": we had no headset to test on, and untested VR is worse than no 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20:00] Two minutes. Have the game ALREADY LOADED in another window — do not load it in front of them. Follow the four steps on the left and resist exploring. Step 3 is the one that sells it: flag the coned-off spill on purpose and let the game explain why that is a wrong answer. Finish on the results screen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2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92024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58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THE HAZARD</a:t>
            </a:r>
            <a:endParaRPr lang="en-US" sz="5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063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3D interactive health &amp; safety training game for</a:t>
            </a:r>
            <a:endParaRPr lang="en-US" sz="19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forklift and pedestrian safety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4224528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Himalaya Logistics Distribution Centre  ·  Birgunj, Nepal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51460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1576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271576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38912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9028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459028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266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6263640" y="5029200"/>
            <a:ext cx="173736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64808" y="5175504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5376672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172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Kushal Neupane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training tests recall.</a:t>
            </a:r>
            <a:endParaRPr lang="en-US" sz="3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needs noticing.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Slides, then a quiz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2688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warehouse e-learning is a slideshow and a multiple-choice test. It checks whether you can repeat a rule.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3458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6066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46066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646066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skill is visual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46066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floor nobody labels the hazard. You have to notice one upright is not vertical, or a carton overhangs a beam.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66837" y="2194560"/>
            <a:ext cx="3484778" cy="2331720"/>
          </a:xfrm>
          <a:prstGeom prst="roundRect">
            <a:avLst>
              <a:gd name="adj" fmla="val 392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59445" y="2487168"/>
            <a:ext cx="402336" cy="402336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9445" y="2487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3035808"/>
            <a:ext cx="28995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gap is where people get hurt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59445" y="3566160"/>
            <a:ext cx="289956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and pedestrian incidents are among the most serious in warehousing — and they are spotted, or missed, by eye.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920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920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trainee can score full marks on the quiz and still walk past a blocked fire exit.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33008" y="0"/>
            <a:ext cx="5958688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them in the building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browser-based 3D warehouse the trainee walks around in first person.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28600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hazard is real geometry, at real scale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it from any angle, at your own eye level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Mode teaches it; Test Mode measures whether it stuck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any modern browser — no install, no headset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completely offline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40080" y="4754880"/>
            <a:ext cx="4937760" cy="1325880"/>
          </a:xfrm>
          <a:prstGeom prst="roundRect">
            <a:avLst>
              <a:gd name="adj" fmla="val 6897"/>
            </a:avLst>
          </a:prstGeom>
          <a:solidFill>
            <a:srgbClr val="F2B90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960120" y="4754880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a hazard is a spatial skill.</a:t>
            </a:r>
            <a:endParaRPr lang="en-US" sz="15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made the training spatial.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 EVERYTHING IS BUILT ON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hazard is never an icon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2A1418"/>
          </a:solidFill>
          <a:ln w="12700">
            <a:solidFill>
              <a:srgbClr val="5E25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182880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898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FF4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most tools do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 marker floating over a photo, labelled "FALLING BOXES". The answer is given away — the trainee only has to click it.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983480" y="1627632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239512" y="1828800"/>
            <a:ext cx="365760" cy="36576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39512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1828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5239512" y="2377440"/>
            <a:ext cx="3611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bay where most cartons sit square — one is displaced, one is tilted, one overhangs the beam and falls. You judge it by looking.</a:t>
            </a:r>
            <a:endParaRPr lang="en-US" sz="1200" dirty="0"/>
          </a:p>
        </p:txBody>
      </p:sp>
      <p:pic>
        <p:nvPicPr>
          <p:cNvPr id="14" name="Image 0" descr="C:\Users\acer\Desktop\interprize_project\ppt\shots\opt\hz_falling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3657600"/>
            <a:ext cx="8458200" cy="242316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40080" y="6172200"/>
            <a:ext cx="8458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screenshot — the unstable pallet sits among correctly stacked ones. No label, no marker.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464040" y="1627632"/>
            <a:ext cx="2103120" cy="4453128"/>
          </a:xfrm>
          <a:prstGeom prst="roundRect">
            <a:avLst>
              <a:gd name="adj" fmla="val 4348"/>
            </a:avLst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692640" y="184708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692640" y="2331720"/>
            <a:ext cx="16916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a marker, you are training people to spot markers.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hazard is the warehouse itself, you are training people to spot hazards.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7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hazard scenarios, every one physically modelled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86384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82020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on a walkway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6262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00892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892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42745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300892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Reversing blind spot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85161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31465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231465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65286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231465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07702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54006" y="1837944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54006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8782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7454006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Damaged racking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30243" y="1691640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76547" y="1837944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6547" y="1837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710367" y="1856232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9676547" y="2221992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86384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82020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786384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walkway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286262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08925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00892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4042745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300892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fire exit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085161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31465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31465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65286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5231465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extinguisher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7307702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454006" y="30632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745400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848782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7454006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without PPE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9530243" y="2916936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76547" y="3063240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676547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0710367" y="3081528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9676547" y="3447288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edge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640080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86384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86384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182020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58" name="Text 56"/>
          <p:cNvSpPr txBox="1"/>
          <p:nvPr/>
        </p:nvSpPr>
        <p:spPr>
          <a:xfrm>
            <a:off x="786384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Trailing cable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286262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00892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00892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4042745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3" name="Text 61"/>
          <p:cNvSpPr txBox="1"/>
          <p:nvPr/>
        </p:nvSpPr>
        <p:spPr>
          <a:xfrm>
            <a:off x="300892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5085161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31465" y="4288536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231465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265286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750" dirty="0"/>
          </a:p>
        </p:txBody>
      </p:sp>
      <p:sp>
        <p:nvSpPr>
          <p:cNvPr id="68" name="Text 66"/>
          <p:cNvSpPr txBox="1"/>
          <p:nvPr/>
        </p:nvSpPr>
        <p:spPr>
          <a:xfrm>
            <a:off x="5231465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Over-height stack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7307702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54006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454006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848782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3" name="Text 71"/>
          <p:cNvSpPr txBox="1"/>
          <p:nvPr/>
        </p:nvSpPr>
        <p:spPr>
          <a:xfrm>
            <a:off x="7454006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Unsafe ladder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9530243" y="4142232"/>
            <a:ext cx="2021373" cy="1024128"/>
          </a:xfrm>
          <a:prstGeom prst="roundRect">
            <a:avLst>
              <a:gd name="adj" fmla="val 8929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676547" y="4288536"/>
            <a:ext cx="292608" cy="29260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676547" y="4288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10710367" y="4306824"/>
            <a:ext cx="6949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750" b="1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750" dirty="0"/>
          </a:p>
        </p:txBody>
      </p:sp>
      <p:sp>
        <p:nvSpPr>
          <p:cNvPr id="78" name="Text 76"/>
          <p:cNvSpPr txBox="1"/>
          <p:nvPr/>
        </p:nvSpPr>
        <p:spPr>
          <a:xfrm>
            <a:off x="9676547" y="4672584"/>
            <a:ext cx="17287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corner</a:t>
            </a:r>
            <a:endParaRPr lang="en-US" sz="1150" dirty="0"/>
          </a:p>
        </p:txBody>
      </p:sp>
      <p:sp>
        <p:nvSpPr>
          <p:cNvPr id="79" name="Text 77"/>
          <p:cNvSpPr txBox="1"/>
          <p:nvPr/>
        </p:nvSpPr>
        <p:spPr>
          <a:xfrm>
            <a:off x="640080" y="57150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major  ·  7 minor       Each carries a description, why it is dangerous, the correct control, and its teaching text.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TEACH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also build the things that look wrong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are actually right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5740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hazard spotting is discrimination, not detection. A trainee who flags everything has learned nothing — so the warehouse is seeded with correctly-controlled lookalikes. Flagging one is scored wrong, and the game explains why it is fine.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108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069080" y="3108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CONTROLLED  —  a wrong answer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3456432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4672" y="34564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on the floor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3456432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69080" y="3456432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345643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spill that IS coned and signed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04672" y="405993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upright bent by an impact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4059936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069080" y="4059936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233672" y="4059936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rack with a green inspection tag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6634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dock door, no barrier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4663440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069080" y="4663440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33672" y="4663440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dock sealed by a parked trailer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66944"/>
            <a:ext cx="3017520" cy="502920"/>
          </a:xfrm>
          <a:prstGeom prst="roundRect">
            <a:avLst>
              <a:gd name="adj" fmla="val 10909"/>
            </a:avLst>
          </a:prstGeom>
          <a:solidFill>
            <a:srgbClr val="24131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526694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 in the pedestrian lane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266944"/>
            <a:ext cx="292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069080" y="5266944"/>
            <a:ext cx="4206240" cy="502920"/>
          </a:xfrm>
          <a:prstGeom prst="roundRect">
            <a:avLst>
              <a:gd name="adj" fmla="val 10909"/>
            </a:avLst>
          </a:prstGeom>
          <a:solidFill>
            <a:srgbClr val="10281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233672" y="5266944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truck parked in its charging bay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732520" y="2057400"/>
            <a:ext cx="2834640" cy="4023360"/>
          </a:xfrm>
          <a:prstGeom prst="roundRect">
            <a:avLst>
              <a:gd name="adj" fmla="val 322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0" y="208483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2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4200" dirty="0"/>
          </a:p>
        </p:txBody>
      </p:sp>
      <p:sp>
        <p:nvSpPr>
          <p:cNvPr id="29" name="Text 27"/>
          <p:cNvSpPr txBox="1"/>
          <p:nvPr/>
        </p:nvSpPr>
        <p:spPr>
          <a:xfrm>
            <a:off x="8961120" y="2697480"/>
            <a:ext cx="2377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spill is already being managed — it is signed and coned off, which is exactly the correct control. The hazard is an UNMARKED spill.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5257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feedback when a trainee flags a decoy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RUNS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it, then prove 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01952"/>
            <a:ext cx="438912" cy="438912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MODE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Teaches. Optional — never a gate.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clock at all — the trainee sets the pace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arrow and distance point to the nearest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location is named: “Aisle B, south end — at eye level”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of light marks the spot, visible through racking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find opens a card: what it is, why, and the control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8728" y="1645920"/>
            <a:ext cx="5272888" cy="3566160"/>
          </a:xfrm>
          <a:prstGeom prst="roundRect">
            <a:avLst>
              <a:gd name="adj" fmla="val 2564"/>
            </a:avLst>
          </a:prstGeom>
          <a:solidFill>
            <a:srgbClr val="F2B90C"/>
          </a:solidFill>
          <a:ln/>
        </p:spPr>
      </p:sp>
      <p:sp>
        <p:nvSpPr>
          <p:cNvPr id="11" name="Shape 9"/>
          <p:cNvSpPr/>
          <p:nvPr/>
        </p:nvSpPr>
        <p:spPr>
          <a:xfrm>
            <a:off x="6598768" y="1901952"/>
            <a:ext cx="438912" cy="438912"/>
          </a:xfrm>
          <a:prstGeom prst="ellipse">
            <a:avLst/>
          </a:prstGeom>
          <a:solidFill>
            <a:srgbClr val="1A120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98768" y="19019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174840" y="1901952"/>
            <a:ext cx="3200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598768" y="2450592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Evaluates. Open from the start.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98768" y="2852928"/>
            <a:ext cx="4632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on the clock, whatever the difficulty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guide and no locations — you find them by looking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flags break your combo and return a safety tip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Decoys punish spraying flags at everything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breakdown with personalised coaching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14016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816352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16352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590288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92624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92624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168896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1B25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68896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942832" y="5486400"/>
            <a:ext cx="402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9345168" y="5486400"/>
            <a:ext cx="1773936" cy="566928"/>
          </a:xfrm>
          <a:prstGeom prst="roundRect">
            <a:avLst>
              <a:gd name="adj" fmla="val 12903"/>
            </a:avLst>
          </a:prstGeom>
          <a:solidFill>
            <a:srgbClr val="22C5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345168" y="5486400"/>
            <a:ext cx="1773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env03_high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80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difficulties that change the game,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label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858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length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bonus if found within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multiplier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×1.6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Hazards highlighted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Hazard count shown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Decoys to reject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hazards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 light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 tolerance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F2B9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863840" y="2103120"/>
            <a:ext cx="3703320" cy="3291840"/>
          </a:xfrm>
          <a:prstGeom prst="roundRect">
            <a:avLst>
              <a:gd name="adj" fmla="val 2778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38160" y="23042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Hard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38160" y="278892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is genuinely darker and hazier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Forklifts patrol; cartons actually fall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safe lookalikes to reject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not told how many hazards exist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tighter reticle — aim has to be deliberate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Background: the High-Bay Annexe on Hard — five levels, narrow aisles, reduced lighting. Not a filter: that is the scene.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rewards the judgement that matters</a:t>
            </a:r>
            <a:endParaRPr lang="en-US" sz="2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00200"/>
                <a:gridCol w="1600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A120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B90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hazard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53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flag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E9EE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+ a safety tip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C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37033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major hazard is worth three times a minor one, deliberately. A trainee who prioritises vehicles, racking and edges over housekeeping is prioritising correctly — and the score should say so.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675120" y="1691640"/>
            <a:ext cx="4892040" cy="1280160"/>
          </a:xfrm>
          <a:prstGeom prst="roundRect">
            <a:avLst>
              <a:gd name="adj" fmla="val 7143"/>
            </a:avLst>
          </a:prstGeom>
          <a:solidFill>
            <a:srgbClr val="FF8A1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949440" y="1847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COMBO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12140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correct in a row  →  +3 on every find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23744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2C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by a wrong flag. Spraying flags becomes a losing strategy.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3200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675120" y="352958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2" name="Shape 9"/>
          <p:cNvSpPr/>
          <p:nvPr/>
        </p:nvSpPr>
        <p:spPr>
          <a:xfrm>
            <a:off x="6903720" y="3675888"/>
            <a:ext cx="237744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296912" y="352958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Champion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966960" y="352958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50+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675120" y="416966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16" name="Shape 13"/>
          <p:cNvSpPr/>
          <p:nvPr/>
        </p:nvSpPr>
        <p:spPr>
          <a:xfrm>
            <a:off x="6903720" y="4315968"/>
            <a:ext cx="237744" cy="237744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96912" y="416966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There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9966960" y="416966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– 49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675120" y="4809744"/>
            <a:ext cx="4892040" cy="530352"/>
          </a:xfrm>
          <a:prstGeom prst="roundRect">
            <a:avLst>
              <a:gd name="adj" fmla="val 10345"/>
            </a:avLst>
          </a:prstGeom>
          <a:solidFill>
            <a:srgbClr val="1B2530"/>
          </a:solidFill>
          <a:ln/>
        </p:spPr>
      </p:sp>
      <p:sp>
        <p:nvSpPr>
          <p:cNvPr id="20" name="Shape 17"/>
          <p:cNvSpPr/>
          <p:nvPr/>
        </p:nvSpPr>
        <p:spPr>
          <a:xfrm>
            <a:off x="6903720" y="4956048"/>
            <a:ext cx="237744" cy="237744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296912" y="4809744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Practice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966960" y="4809744"/>
            <a:ext cx="1371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Below 30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value here lives in one configuration file — a safety officer can retune the thresholds to their own standard without touching game code.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AFTER PLAYTESTING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Knowing what to look for is not enough —</a:t>
            </a:r>
            <a:endParaRPr lang="en-US" sz="2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need to know where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62-metre building is a lot of floor. Every hazard now reports its position using the same aisle letters and dock numbers that are stencilled on the floor in-world.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0175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Aisle C, north end — high up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301752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Falling boxes, on a level-3 beam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73075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Dock door 3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373075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on an unguarded dock edge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443984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44398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Run B, south end — at floor level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251960" y="4443984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Unmarked spill in a dark aisle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5157216"/>
            <a:ext cx="6400800" cy="603504"/>
          </a:xfrm>
          <a:prstGeom prst="roundRect">
            <a:avLst>
              <a:gd name="adj" fmla="val 10606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5157216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Outbound bay 4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251960" y="515721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pallet still carrying a load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52360" y="2103120"/>
            <a:ext cx="4114800" cy="3749040"/>
          </a:xfrm>
          <a:prstGeom prst="roundRect">
            <a:avLst>
              <a:gd name="adj" fmla="val 2439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2331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shows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Train Mode panel, naming the next hazard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feedback card when you find one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 every hazard you missed, on the results screen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726680" y="4434840"/>
            <a:ext cx="3566160" cy="1143000"/>
          </a:xfrm>
          <a:prstGeom prst="roundRect">
            <a:avLst>
              <a:gd name="adj" fmla="val 5600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4434840"/>
            <a:ext cx="3108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it off in Settings if you want the search to stay unaided.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warehouses, three risk profiles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5" name="Image 0" descr="C:\Users\acer\Desktop\interprize_project\ppt\shots\opt\env01_wide.jpg">    </p:cNvPr>
          <p:cNvPicPr>
            <a:picLocks noChangeAspect="1"/>
          </p:cNvPicPr>
          <p:nvPr/>
        </p:nvPicPr>
        <p:blipFill>
          <a:blip r:embed="rId1"/>
          <a:srcRect l="0" r="0" t="52" b="52"/>
          <a:stretch/>
        </p:blipFill>
        <p:spPr>
          <a:xfrm>
            <a:off x="641909" y="1691640"/>
            <a:ext cx="3484778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STORAGE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Storage Hall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racking runs, a central pedestrian spine, an active forklift aisle.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8680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919478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919478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62×44 m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53458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15" name="Image 1" descr="C:\Users\acer\Desktop\interprize_project\ppt\shots\opt\env01_walkway.jpg">    </p:cNvPr>
          <p:cNvPicPr>
            <a:picLocks noChangeAspect="1"/>
          </p:cNvPicPr>
          <p:nvPr/>
        </p:nvPicPr>
        <p:blipFill>
          <a:blip r:embed="rId2"/>
          <a:srcRect l="0" r="0" t="52" b="52"/>
          <a:stretch/>
        </p:blipFill>
        <p:spPr>
          <a:xfrm>
            <a:off x="4355287" y="1691640"/>
            <a:ext cx="3484778" cy="1600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582058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82058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CROSS-DOCK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4582058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&amp; Dispatch Bay</a:t>
            </a:r>
            <a:endParaRPr lang="en-US" sz="1450" dirty="0"/>
          </a:p>
        </p:txBody>
      </p:sp>
      <p:sp>
        <p:nvSpPr>
          <p:cNvPr id="19" name="Text 15"/>
          <p:cNvSpPr txBox="1"/>
          <p:nvPr/>
        </p:nvSpPr>
        <p:spPr>
          <a:xfrm>
            <a:off x="4582058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dock doors and constant vehicle movement. Dock edges and marshalling.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582058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82058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hazards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632856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632856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70×30 m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66837" y="1691640"/>
            <a:ext cx="3484778" cy="4023360"/>
          </a:xfrm>
          <a:prstGeom prst="roundRect">
            <a:avLst>
              <a:gd name="adj" fmla="val 2624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pic>
        <p:nvPicPr>
          <p:cNvPr id="25" name="Image 2" descr="C:\Users\acer\Desktop\interprize_project\ppt\shots\opt\env03_aisle.jpg">    </p:cNvPr>
          <p:cNvPicPr>
            <a:picLocks noChangeAspect="1"/>
          </p:cNvPicPr>
          <p:nvPr/>
        </p:nvPicPr>
        <p:blipFill>
          <a:blip r:embed="rId3"/>
          <a:srcRect l="0" r="0" t="52" b="52"/>
          <a:stretch/>
        </p:blipFill>
        <p:spPr>
          <a:xfrm>
            <a:off x="8068666" y="1691640"/>
            <a:ext cx="3484778" cy="1600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295437" y="33832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95437" y="3730752"/>
            <a:ext cx="302757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FF8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AISLE · LOW LIGHT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8295437" y="3968496"/>
            <a:ext cx="3027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High-Bay Annexe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8295437" y="4370832"/>
            <a:ext cx="30275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levels, poor light, heavy congestion. The hard site.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8295437" y="5230368"/>
            <a:ext cx="941070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295437" y="5230368"/>
            <a:ext cx="9410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hazards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>
            <a:off x="9346235" y="5230368"/>
            <a:ext cx="741045" cy="256032"/>
          </a:xfrm>
          <a:prstGeom prst="roundRect">
            <a:avLst>
              <a:gd name="adj" fmla="val 178571"/>
            </a:avLst>
          </a:prstGeom>
          <a:solidFill>
            <a:srgbClr val="1B2530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346235" y="5230368"/>
            <a:ext cx="741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54×40 m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share one prop and scenario library — environments 2 and 3 are about 250 lines each, not copies of the application. A fourth site is one file plus one line.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ways in, plus a second factor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Passkey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Fingerprint, face or device PIN — or your phone. Nothing typed.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25114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3714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53714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Facebook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3653714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Client ID and the button goes live. No secret needed.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8748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438748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97A4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only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6438748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zero-friction path. Still the default.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95181" y="1691640"/>
            <a:ext cx="2556434" cy="1965960"/>
          </a:xfrm>
          <a:prstGeom prst="roundRect">
            <a:avLst>
              <a:gd name="adj" fmla="val 4651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23781" y="19019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9223781" y="2377440"/>
            <a:ext cx="20992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Authenticator app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9223781" y="2788920"/>
            <a:ext cx="209923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6-digit code as a second step. Real RFC 6238.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886200"/>
            <a:ext cx="562356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4114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properly, proven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checked against the official RFC 4226 and 6238 vectors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encoder written from scratch — the offline build needs no CDN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QR decoded back by an independent decoder, 100 random secrets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37960" y="3886200"/>
            <a:ext cx="5029200" cy="2103120"/>
          </a:xfrm>
          <a:prstGeom prst="roundRect">
            <a:avLst>
              <a:gd name="adj" fmla="val 4348"/>
            </a:avLst>
          </a:prstGeom>
          <a:solidFill>
            <a:srgbClr val="1B2530"/>
          </a:solidFill>
          <a:ln w="12700">
            <a:solidFill>
              <a:srgbClr val="FF8A1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0" y="4114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8A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stated honestly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4572000"/>
            <a:ext cx="4480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game has no backend, so passkeys and 2FA are a local device gate — not server-verified identity. GitHub cannot work in a browser at all: its exchange needs a client secret. So its button is visibly disabled and says why, rather than failing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is built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RENDERING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control of the scene graph and the frame loop.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9490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09490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DEV SERVER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609490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reload, ES-module output, almost no config.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66837" y="17373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2869" y="19385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Vanilla JS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22869" y="22677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25146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canvas game owns its own loop; a virtual DOM would fight it.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6112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Gameplay logic is pure, so it tests in Node with no browser.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09490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609490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609490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 lines. A physics engine is 500 kB for a flat floor.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66837" y="3337560"/>
            <a:ext cx="3484778" cy="1417320"/>
          </a:xfrm>
          <a:prstGeom prst="roundRect">
            <a:avLst>
              <a:gd name="adj" fmla="val 6452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2869" y="3538728"/>
            <a:ext cx="29727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Procedural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322869" y="3867912"/>
            <a:ext cx="2972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b="1" spc="9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 &amp; AUDIO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4114800"/>
            <a:ext cx="29727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mesh, texture and sound generated in code.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498348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1B253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4983480"/>
            <a:ext cx="101800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third-party assets. No downloaded models, stock textures, sound files or web fonts — which means no licences to track and nothing to attribute. It also keeps the whole game to one 828 kB file.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HIGHLIGHT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believable warehouse needs thousands of boxes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naively, Environment 1 was 9,587 draw calls per frame. Unusable on any machine.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241318"/>
          </a:solidFill>
          <a:ln w="12700">
            <a:solidFill>
              <a:srgbClr val="4A202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FF4D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FF4D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9,587</a:t>
            </a:r>
            <a:endParaRPr lang="en-US" sz="46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meshes, one draw call each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779008" y="2286000"/>
            <a:ext cx="822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6629400" y="2286000"/>
            <a:ext cx="4937760" cy="1828800"/>
          </a:xfrm>
          <a:prstGeom prst="roundRect">
            <a:avLst>
              <a:gd name="adj" fmla="val 5000"/>
            </a:avLst>
          </a:prstGeom>
          <a:solidFill>
            <a:srgbClr val="10281A"/>
          </a:solidFill>
          <a:ln w="12700">
            <a:solidFill>
              <a:srgbClr val="235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49440" y="2487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50" b="1" spc="140" kern="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76148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6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994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358444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 in 74 merged batches — same picture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343400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4343400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geometry is merged by material at load. Anything animated — forklifts, workers, the falling carton — is excluded so it still moves.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12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RATE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 fps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1546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3558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33558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1,520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6692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8704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272k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183880" y="5532120"/>
            <a:ext cx="2377440" cy="841248"/>
          </a:xfrm>
          <a:prstGeom prst="roundRect">
            <a:avLst>
              <a:gd name="adj" fmla="val 10870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85048" y="5678424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(GZIP)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8385048" y="587959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E9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183 kB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Proven, not assumed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412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266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PASSING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0604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27648" y="1837944"/>
            <a:ext cx="2203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 REACHABLE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2039112"/>
            <a:ext cx="2203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42/42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869680" y="1691640"/>
            <a:ext cx="2651760" cy="960120"/>
          </a:xfrm>
          <a:prstGeom prst="roundRect">
            <a:avLst>
              <a:gd name="adj" fmla="val 9524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70848" y="1837944"/>
            <a:ext cx="22494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00" b="1" spc="110" kern="0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9070848" y="20391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40080" y="2880360"/>
            <a:ext cx="5486400" cy="2926080"/>
          </a:xfrm>
          <a:prstGeom prst="roundRect">
            <a:avLst>
              <a:gd name="adj" fmla="val 3125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31089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tests lock down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566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Scoring, combo, ranks — the exact rules from the brief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reaction clock, including its warning bands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15 hazards present, with complete teaching text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genuinely differs — not just a label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progression, gates and every achievement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TOTP against the official RFC test vectors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288036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robot that plays the game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35661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harness walks the player to 24 vantage points around every hazard, aims the camera and tries a real flag. It reports anything unreachable.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Storage Hall — Mid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0" y="4928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&amp; Dispatch — Mid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49286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High-Bay Annexe — Hard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0" y="533095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TRIED, AND WHAT BROKE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bugs are the interesting part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looked fine on screen. They were only found by driving the real game — unit tests could not have caught any of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Hazards could not be clicked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Proxies never had their world matrix updated, so for raycasting they all sat at the origin. 14 of 15 unflaggable — and the 15th was a false positive.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1588" y="2212848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0" name="Shape 8"/>
          <p:cNvSpPr/>
          <p:nvPr/>
        </p:nvSpPr>
        <p:spPr>
          <a:xfrm>
            <a:off x="6301588" y="2212848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5908" y="2359152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wall in every warehouse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75908" y="2670048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spawn angle faced a blank wall, with the whole building behind the player.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interface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DOM helper did not parse "#id", so the HUD had no CSS applied at all.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1588" y="3474720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1588" y="3474720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75908" y="3621024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timer blamed the wrong hazard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75908" y="3931920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expiry it penalised an arbitrary hazard the player was nowhere near.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2" name="Shape 20"/>
          <p:cNvSpPr/>
          <p:nvPr/>
        </p:nvSpPr>
        <p:spPr>
          <a:xfrm>
            <a:off x="640080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400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that did nothing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"Invert look" and "Reduce motion" were saved but never applied.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1588" y="4736592"/>
            <a:ext cx="5250028" cy="1097280"/>
          </a:xfrm>
          <a:prstGeom prst="roundRect">
            <a:avLst>
              <a:gd name="adj" fmla="val 8333"/>
            </a:avLst>
          </a:prstGeom>
          <a:solidFill>
            <a:srgbClr val="1B2530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1588" y="4736592"/>
            <a:ext cx="50292" cy="10972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75908" y="4882896"/>
            <a:ext cx="47013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QR nothing could scan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75908" y="5193792"/>
            <a:ext cx="47013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bits were written transposed. The matrix looked perfect; no scanner could read it.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943600"/>
            <a:ext cx="10911535" cy="457200"/>
          </a:xfrm>
          <a:prstGeom prst="roundRect">
            <a:avLst>
              <a:gd name="adj" fmla="val 20000"/>
            </a:avLst>
          </a:prstGeom>
          <a:solidFill>
            <a:srgbClr val="F2B90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5943600"/>
            <a:ext cx="10180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12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found and fixed. This is why we tested by playing it, not by reading it.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spc="180" kern="0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STRAIGHT WITH YOU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do yet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photorealistic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Stylised procedural geometry, built for believable scale and hazard readability — not a rendered CAD walkthrough.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1588" y="182880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75908" y="213969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87388" y="204825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87388" y="248716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headset was available to test on. Shipping untested VR and calling it done would be dishonest.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325880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unconfigured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and Facebook work the moment you add a free Client ID. GitHub needs a small server, and says so.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1588" y="3520440"/>
            <a:ext cx="5250028" cy="1463040"/>
          </a:xfrm>
          <a:prstGeom prst="roundRect">
            <a:avLst>
              <a:gd name="adj" fmla="val 6250"/>
            </a:avLst>
          </a:prstGeom>
          <a:solidFill>
            <a:srgbClr val="151C25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5908" y="3831336"/>
            <a:ext cx="274320" cy="274320"/>
          </a:xfrm>
          <a:prstGeom prst="ellipse">
            <a:avLst/>
          </a:prstGeom>
          <a:solidFill>
            <a:srgbClr val="FF8A1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87388" y="3739896"/>
            <a:ext cx="42899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9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device testing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87388" y="4178808"/>
            <a:ext cx="42899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are built and the layout is responsive, but untested on a real phone. Chromium only so far.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534924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1B2530"/>
          </a:solidFill>
          <a:ln w="12700">
            <a:solidFill>
              <a:srgbClr val="F2B90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05840" y="5349240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2B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this is written into the repository documentation — found by us, not discovered later by you.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cer\Desktop\interprize_project\ppt\shots\opt\hz_exit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>
              <a:alpha val="78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40080" y="13716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4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— and then your questions.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640080" y="2971800"/>
            <a:ext cx="1280160" cy="32004"/>
          </a:xfrm>
          <a:prstGeom prst="rect">
            <a:avLst/>
          </a:prstGeom>
          <a:solidFill>
            <a:srgbClr val="F2B90C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329184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3520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Two-minute demo route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60120" y="397764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60120" y="3977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39776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the Main Storage Hall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60120" y="438912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4389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438912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falling boxes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0120" y="480060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60120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48006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a decoy on purpose — watch it teach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960120" y="5212080"/>
            <a:ext cx="292608" cy="292608"/>
          </a:xfrm>
          <a:prstGeom prst="ellipse">
            <a:avLst/>
          </a:prstGeom>
          <a:solidFill>
            <a:srgbClr val="F2B90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6012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1A120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371600" y="521208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9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results screen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537960" y="329184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1B2530"/>
          </a:solidFill>
          <a:ln w="12700">
            <a:solidFill>
              <a:srgbClr val="2A3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0" y="35204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2B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yourself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kushalthewave.github.io/interprize-project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0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documentation and tests: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47548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github.com/kushalthewave/interprize-project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5212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6471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ships as one 828 kB file that runs offline.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6126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97A4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 THE HAZARD   ·   Kushal Neupane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Beat The Hazard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Beat The Hazard</dc:title>
  <dc:subject>PptxGenJS Presentation</dc:subject>
  <dc:creator>Kushal Neupane</dc:creator>
  <cp:lastModifiedBy>Kushal Neupane</cp:lastModifiedBy>
  <cp:revision>1</cp:revision>
  <dcterms:created xsi:type="dcterms:W3CDTF">2026-09-11T06:18:16Z</dcterms:created>
  <dcterms:modified xsi:type="dcterms:W3CDTF">2026-09-11T06:18:16Z</dcterms:modified>
</cp:coreProperties>
</file>